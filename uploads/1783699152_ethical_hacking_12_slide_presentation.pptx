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Ethical Hacking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College Presentation</a:t>
            </a:r>
          </a:p>
          <a:p>
            <a:r>
              <a:t>Topic: Ethical Hacking</a:t>
            </a:r>
          </a:p>
          <a:p>
            <a:r>
              <a:t>Member 1: ______</a:t>
            </a:r>
          </a:p>
          <a:p>
            <a:r>
              <a:t>Member 2: ______</a:t>
            </a:r>
          </a:p>
          <a:p>
            <a:r>
              <a:t>Member 3: ______</a:t>
            </a:r>
          </a:p>
          <a:p>
            <a:r>
              <a:t>Member 4: 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Hacking</a:t>
            </a:r>
          </a:p>
          <a:p>
            <a:pPr/>
            <a:r>
              <a:t>Meaning of Ethical Hacking</a:t>
            </a:r>
          </a:p>
          <a:p>
            <a:pPr/>
            <a:r>
              <a:t>Types of Hackers</a:t>
            </a:r>
          </a:p>
          <a:p>
            <a:pPr/>
            <a:r>
              <a:t>Techniques and Tools</a:t>
            </a:r>
          </a:p>
          <a:p>
            <a:pPr/>
            <a:r>
              <a:t>Advantages and Challenges</a:t>
            </a:r>
          </a:p>
          <a:p>
            <a:pPr/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Hacking means accessing computer systems.</a:t>
            </a:r>
          </a:p>
          <a:p>
            <a:pPr/>
            <a:r>
              <a:t>It may involve finding weaknesses.</a:t>
            </a:r>
          </a:p>
          <a:p>
            <a:pPr/>
            <a:r>
              <a:t>Illegal hacking can harm systems and steal data.</a:t>
            </a:r>
          </a:p>
          <a:p>
            <a:pPr/>
            <a:r>
              <a:t>Cybersecurity helps protect digital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Ethical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hacking is legal hacking.</a:t>
            </a:r>
          </a:p>
          <a:p>
            <a:pPr/>
            <a:r>
              <a:t>It is done with permission from the owner.</a:t>
            </a:r>
          </a:p>
          <a:p>
            <a:pPr/>
            <a:r>
              <a:t>Experts test systems to find weaknesses.</a:t>
            </a:r>
          </a:p>
          <a:p>
            <a:pPr/>
            <a:r>
              <a:t>Goal: Improve security and protect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of Ethical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security vulnerabilities.</a:t>
            </a:r>
          </a:p>
          <a:p>
            <a:pPr/>
            <a:r>
              <a:t>Protect sensitive information.</a:t>
            </a:r>
          </a:p>
          <a:p>
            <a:pPr/>
            <a:r>
              <a:t>Prevent cyber attacks.</a:t>
            </a:r>
          </a:p>
          <a:p>
            <a:pPr/>
            <a:r>
              <a:t>Improve system 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Hackers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White Hat – Ethical hackers who protect systems.</a:t>
            </a:r>
          </a:p>
          <a:p>
            <a:pPr/>
            <a:r>
              <a:t>Black Hat – Hackers who steal or damage data.</a:t>
            </a:r>
          </a:p>
          <a:p>
            <a:pPr/>
            <a:r>
              <a:t>Grey Hat – Hackers who sometimes break rules but not always for harm.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Phases of Ethical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Reconnaissance – Collect information about the target.</a:t>
            </a:r>
          </a:p>
          <a:p>
            <a:pPr/>
            <a:r>
              <a:t>Scanning – Identify open ports and vulnerabilities.</a:t>
            </a:r>
          </a:p>
          <a:p>
            <a:pPr/>
            <a:r>
              <a:t>Gaining Access – Test system weaknesses.</a:t>
            </a:r>
          </a:p>
          <a:p>
            <a:pPr/>
            <a:r>
              <a:t>Maintaining Access and Reporting findings.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 cracking tests password strength.</a:t>
            </a:r>
          </a:p>
          <a:p>
            <a:pPr/>
            <a:r>
              <a:t>Phishing testing checks user awareness.</a:t>
            </a:r>
          </a:p>
          <a:p>
            <a:pPr/>
            <a:r>
              <a:t>Network scanning identifies open ports.</a:t>
            </a:r>
          </a:p>
          <a:p>
            <a:pPr/>
            <a:r>
              <a:t>Vulnerability testing checks system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 in Ethical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Nmap – Network scanning tool.</a:t>
            </a:r>
          </a:p>
          <a:p>
            <a:pPr/>
            <a:r>
              <a:t>Wireshark – Network traffic analysis.</a:t>
            </a:r>
          </a:p>
          <a:p>
            <a:pPr/>
            <a:r>
              <a:t>Metasploit – Testing security vulnerabilities.</a:t>
            </a:r>
          </a:p>
          <a:p>
            <a:pPr/>
            <a:r>
              <a:t>Burp Suite – Web application security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Ethical Hacking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system security.</a:t>
            </a:r>
          </a:p>
          <a:p>
            <a:pPr/>
            <a:r>
              <a:t>Protects personal and company data.</a:t>
            </a:r>
          </a:p>
          <a:p>
            <a:pPr/>
            <a:r>
              <a:t>Prevents financial loss.</a:t>
            </a:r>
          </a:p>
          <a:p>
            <a:pPr/>
            <a:r>
              <a:t>Helps organizations prepare for attacks.</a:t>
            </a:r>
          </a:p>
          <a:p>
            <a:pPr/>
            <a:r>
              <a:t>Builds trust with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Requires skilled professionals.</a:t>
            </a:r>
          </a:p>
          <a:p>
            <a:pPr/>
            <a:r>
              <a:t>Testing may affect system performance.</a:t>
            </a:r>
          </a:p>
          <a:p>
            <a:pPr/>
            <a:r>
              <a:t>Legal permission is required.</a:t>
            </a:r>
          </a:p>
          <a:p>
            <a:pPr/>
            <a:r>
              <a:t>Misuse of hacking knowledge is possible.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Ethical hacking is important for cybersecurity.</a:t>
            </a:r>
          </a:p>
          <a:p>
            <a:pPr/>
            <a:r>
              <a:t>It helps find and fix system weaknesses.</a:t>
            </a:r>
          </a:p>
          <a:p>
            <a:pPr/>
            <a:r>
              <a:t>Organizations use it to stay protected.</a:t>
            </a:r>
          </a:p>
          <a:p>
            <a:pPr/>
            <a:r>
              <a:t>Cybersecurity will become more important in the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